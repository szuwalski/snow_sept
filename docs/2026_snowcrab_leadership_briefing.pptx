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3293D"/>
                </a:solidFill>
                <a:latin typeface="Calibri"/>
              </a:rPr>
              <a:t>OFL and ABC (1,000 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2025/26 specified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OFL</c:v>
                  </c:pt>
                  <c:pt idx="1">
                    <c:v>ABC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20.11</c:v>
                </c:pt>
                <c:pt idx="1">
                  <c:v>12.07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2026/27 recommended</c:v>
                </c:pt>
              </c:strCache>
            </c:strRef>
          </c:tx>
          <c:spPr>
            <a:solidFill>
              <a:srgbClr val="E250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OFL</c:v>
                  </c:pt>
                  <c:pt idx="1">
                    <c:v>ABC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18.45</c:v>
                </c:pt>
                <c:pt idx="1">
                  <c:v>14.76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Bering Sea Snow Crab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assessment: Tier 4 is the basis for 2026/27 specifications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SSC direction, only the Tier 4 (REMA) assessment is brought forward for harvest advice.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Tier 3 models document progress on convergence only.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18.45 kt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OFL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10.11 to 31.73 kt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14.76 kt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ABC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percent buffer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(B/BMSY proxy)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MMB 113.9 kt vs proxy 146.6 kt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73.3 kt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11656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CI entirely above 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determinations: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overfished · no overfishing (catch 7.10 kt vs 20.11 kt OFL) · rebuilding under Amendment 53, not yet rebuilt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Adams and C. Szuwalski · AFSC leadership briefing · September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currency decision drives the OFL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753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 fits by currency (OFL annotated)</a:t>
            </a:r>
            <a:endParaRPr lang="en-US" sz="1100" dirty="0"/>
          </a:p>
        </p:txBody>
      </p:sp>
      <p:pic>
        <p:nvPicPr>
          <p:cNvPr id="4" name="Image 0" descr="/mnt/user-data/uploads/snow_sept/plots/rema_tier_4_s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371600"/>
            <a:ext cx="3566160" cy="5093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MMB (the SSC-directed currency): nearly unchanged from 2025.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Industry-preferred males (&gt;101 mm): down 29 percent, 4th lowest in 44 years.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moves the OFL 26-fold: 18.45 kt (morphometric), 1.18 kt (≥95 mm), 0.71 kt (&gt;101 mm).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E2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OFL exceeds the observed preferred-male biomass (16.6 kt).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keep morphometric per the SSC; warn that fishing at the OFL could remove a considerable proportion of preferred males.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Large-male status has been near the closure threshold (red dashed) since 2015</a:t>
            </a:r>
            <a:endParaRPr lang="en-US" sz="1100" dirty="0"/>
          </a:p>
        </p:txBody>
      </p:sp>
      <p:pic>
        <p:nvPicPr>
          <p:cNvPr id="7" name="Image 1" descr="/mnt/user-data/uploads/snow_sept/plots/tier4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397764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2026/27 specifications vs 2025/26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040880" y="1463040"/>
          <a:ext cx="4663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rule: the same sloped FMP rule the SSC used for 2025/26. FOFL = 0.20.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equation: now Baranov. The linear form biases the OFL high (~29 percent) and is not recommended.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E2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Buffer: 20 percent recommended vs 40 percent applied last year. ABC rises 22 percent while the OFL falls 8 percent; the rise is entirely the buffer.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OFL uncertainty is wide (10.1 to 31.7 kt), but the ESP shows favorable juvenile conditions and the Tier 4 OFL is far below all Tier 3 OFLs (43.8 to 147.3 kt).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3: multiple minima persist; a path forward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6352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OFL across 100 jitter runs, Model 26.1b</a:t>
            </a:r>
            <a:endParaRPr lang="en-US" sz="1100" dirty="0"/>
          </a:p>
        </p:txBody>
      </p:sp>
      <p:pic>
        <p:nvPicPr>
          <p:cNvPr id="4" name="Image 0" descr="/mnt/user-data/uploads/snow_sept/plots/jittered_results_of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371600"/>
            <a:ext cx="3886200" cy="4443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68580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Jittering Model 26.1b found six minima; only 1 of 79 converged runs reached the best fit.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differences are small; management quantities differ materially.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recruitment Mohn's ρ ≈ 7.9: terminal recruitment is unreliable.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Male-only Model 26.2 is the most promising direction: 25.3 percent of runs recover its best fit, with better conditioning and smaller retrospectives.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build a simplified male-only model at the January 2027 modeling workshop; yield-per-recruit and MSE next cycle.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NPFMC discussion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990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Currency of management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(per SSC) vs the ≥95 mm definition the CPT has twice recommended. The OFL differs 26-fold and exceeds the observed preferred-male biomass.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3990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ABC buffer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percent vs 40 percent last year: the ABC rises 22 percent in a year when preferred males fell 29 percent. Long-term assessment and population-dynamics risk scored Level 2.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Baranov catch equation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1655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cycle. Lowers the OFL and ABC, and departs from the other BSAI crab Tier 4 assessments, which keep the linear form.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Rebuilding and hybrids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1655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rebuilt on the point estimate; the biomass CI reaches the rebuilt threshold. No reliable projection exists, so approach to overfished is unknown. Hybrids stay out of the models; their uncertainty goes in the buffer.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2026 EBS snow crab SAFE (draft) · Adams and Szuwalski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2026-09-01T02:57:57Z</dcterms:created>
  <dcterms:modified xsi:type="dcterms:W3CDTF">2026-09-01T02:57:57Z</dcterms:modified>
</cp:coreProperties>
</file>